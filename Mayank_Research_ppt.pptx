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0" r:id="rId7"/>
    <p:sldId id="269" r:id="rId8"/>
    <p:sldId id="271" r:id="rId9"/>
    <p:sldId id="272" r:id="rId10"/>
    <p:sldId id="273" r:id="rId11"/>
    <p:sldId id="275" r:id="rId12"/>
    <p:sldId id="274" r:id="rId13"/>
    <p:sldId id="276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4/28/2026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1047109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Approach to Insurance Claims Data Processing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Manual Extraction to Automated Matching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Mayank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2210990565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Takkar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78040" y="113721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&amp;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495622D-7BAE-4718-8B5A-340037DE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23477"/>
            <a:ext cx="78613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three-stage progression workflow: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Initial understanding of unstructured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Standardization: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Cleaning and validation using Power Query and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Matching: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Linking claim records to exposure datasets via location-based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Power Query, SQL, Python, Claims Scoring, Data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handling insurance data is critical for accurate risk assessment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100" y="0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0239456-9577-EC18-852C-9A344A2A0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1417410"/>
            <a:ext cx="6629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Need: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 data volumes are essential for underwriting and pricing, but raw material is often unstructured, creating a gap between data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Insurance datasets contain significant inconsistencies in text, numeric, and location fields that hinder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build a dependable and expandable system that improves the reliability of downstream matching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Enhancing insurance data workflows through a three-stage progression: manual extraction, standardization, and automated matching.</a:t>
            </a:r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88900"/>
            <a:ext cx="998220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4F8457-6DF1-600F-3777-75CDDEEF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34" y="1450624"/>
            <a:ext cx="862330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2 (Standardization):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Power Query and SQL to implement cleaning, aggregation, and validation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&amp; Currency: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Applying transformation functions for casing/whitespace and selective symbol removal to ensure numerical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3 (Automated Matching):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Utilizing Jaccard similarity on token sets to allow for fuzzy matching where tokens may be added or dropped.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1 (Manual):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Extracting key details like Loss Location, Date of Loss, and Gross Loss from unstructured reports to understand real-world data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Scoring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a weighted model based on zip codes, state codes, and name similarity (0.8 threshold) to rank candidates.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ACF5-BBC8-7ECF-9ABE-7998599F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14300"/>
            <a:ext cx="9271000" cy="91404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Manual Extraction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07D82D-63E5-89A3-79DD-8B72C660511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49580" y="1392233"/>
            <a:ext cx="84074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Identify and extract key attributes from semi-structured reports (e.g., loss adjustor summaries).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Fields Extracted: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Date of loss, Loss Location, Peril Type, and Gross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Observations: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Revealed challenges of real-world data (inconsistency/time-wasting).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Location data lacked standardization (e.g., full address vs. just a city name).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Established a foundation for automation by prioritizing the "loss adjustor report".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7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B368-2336-1B7B-3CF9-E4822CA4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20" y="127000"/>
            <a:ext cx="9144000" cy="91404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Consolidation &amp; Standardization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259518-5C3A-2F8C-16AC-FE22E219190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30020" y="1505701"/>
            <a:ext cx="8407580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Cleaning 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Implemented multiple iterations to handle unexpected values and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 Standardization: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Used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Text.Upper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Text.Trim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([Field]))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resolve casing and whitespace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Complex Delimiters: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Addressed fields containing pipes, commas, and line breaks simultaneously using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token-based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Currency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Selective symbol removal to preserve numerical accuracy without affecting non-currency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CAT Claims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Standardized various labels (e.g., "NON-WEATHER AND NON-CAT") into a uniform format for modeling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3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969D-E672-BE38-D55A-4A6E1448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0"/>
            <a:ext cx="6616700" cy="91404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Claims Scoring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44C034-1F33-53EB-2CD0-57217E4069E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596900" y="1560381"/>
            <a:ext cx="66167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Matching Strategy: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Utilized partial comparisons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Jaccard similarity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instead of exact matches to account for inconsistencies.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Weighted Model Algorithm: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Zip Codes: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Divided into individual character tokens; scores returned based on match count (100 for all, 60 for four, 30 for three).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State Codes: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Perfect match returns a score of 100.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Name Similarity: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Applied fuzzy matching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0.8 threshold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33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5047-B66F-853A-854D-583B7A9F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6438900" cy="914040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Contributions &amp; Implementation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35832F-D3B4-760C-67E3-C3DD0586508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79836" y="1370665"/>
            <a:ext cx="81153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 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Introduced to allow step-by-step inspection of intermediate values for debugging.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Learnings: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must be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a one-time task.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superior; step-by-step transformations make error identification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Simpler logic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outperforms complex methods in real-world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2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6CE8-86C7-DE51-F911-BD28851A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41300"/>
            <a:ext cx="713740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Future Work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EF1D57-4A21-BE76-A9CF-A669DCD507F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17500" y="1486038"/>
            <a:ext cx="82931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Benefits: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Dramatic improvement in processing time and result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Limitations: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System efficacy remains contingent on input quality; edge cases may still require manual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Future Directions: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better unstructured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Development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automatically mitigate data discrepancies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36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BF52-0A67-FC57-BBEF-E9D85808C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5486040" cy="91404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179FA5-C86D-C055-E596-4638447B18B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74904" y="1003387"/>
            <a:ext cx="86868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Documentation (2023):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"Power Query M Language Specification" and "Data J. Leskovec, A. Rajaraman, and J. Ullman (2020):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Mining of Massive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Cambridge University Press—provides the mathematical basis for the tokenization and Jaccard similarity used in your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Broder (1997): "On the resemblance and containment of documents," IEEE—the seminal paper on the Jaccard similarity coefficient for document matching.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Haddaway et al. (2021): "Data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Issues in Large-Scale Insurance Datasets," Journal of Data Science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Reports (2020-2022):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Research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Deloitte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Accenture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regarding automation and data modernization in the insurance sector.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Software Foundation (2023):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"Python Standard Library: Text Processing" for the implementation of advanced text cleaning.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Cohen (2020): "Fuzzy String Matching Techniques for Structured and Unstructured Data,"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Bird, E. Klein, and E. Loper (2009):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with 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—relevant for the future work section on incorporating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Garcia-Molina (2018): "Data Cleaning: Problems and Approaches,"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Data Engineering Bulletin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42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35062</TotalTime>
  <Words>939</Words>
  <Application>Microsoft Office PowerPoint</Application>
  <PresentationFormat>On-screen Show (4:3)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Google Sans Text</vt:lpstr>
      <vt:lpstr>Times New Roman</vt:lpstr>
      <vt:lpstr>Office Theme</vt:lpstr>
      <vt:lpstr>PowerPoint Presentation</vt:lpstr>
      <vt:lpstr>PowerPoint Presentation</vt:lpstr>
      <vt:lpstr>Introduction</vt:lpstr>
      <vt:lpstr>Methodology &amp; Implementation</vt:lpstr>
      <vt:lpstr>Preliminary Manual Extraction</vt:lpstr>
      <vt:lpstr>Data Consolidation &amp; Standardization</vt:lpstr>
      <vt:lpstr>Automated Claims Scoring System</vt:lpstr>
      <vt:lpstr>Technical Contributions &amp; Implementation Insights</vt:lpstr>
      <vt:lpstr>Results &amp; Future Work 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Mayank .</cp:lastModifiedBy>
  <cp:revision>2299</cp:revision>
  <dcterms:created xsi:type="dcterms:W3CDTF">2010-04-09T07:36:15Z</dcterms:created>
  <dcterms:modified xsi:type="dcterms:W3CDTF">2026-04-28T18:52:01Z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